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9" r:id="rId12"/>
    <p:sldId id="397" r:id="rId13"/>
    <p:sldId id="374" r:id="rId14"/>
    <p:sldId id="400" r:id="rId15"/>
    <p:sldId id="33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182" autoAdjust="0"/>
    <p:restoredTop sz="95035" autoAdjust="0"/>
  </p:normalViewPr>
  <p:slideViewPr>
    <p:cSldViewPr snapToGrid="0" snapToObjects="1">
      <p:cViewPr>
        <p:scale>
          <a:sx n="75" d="100"/>
          <a:sy n="75" d="100"/>
        </p:scale>
        <p:origin x="176" y="10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8/10/relationships/authors" Target="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18/08/26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18/08/26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18/08/26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18/08/26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18/08/26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18/08/26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18/08/26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18/08/26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18/08/26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18/08/26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18/08/26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18/08/26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18/08/26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18/08/26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18/08/26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18/08/26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18/08/26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18/08/26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606175"/>
            <a:ext cx="10392383" cy="47106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r>
              <a:rPr lang="en-IN" dirty="0"/>
              <a:t>Subscription &amp; Billing SaaS for Sports &amp; Athletics</a:t>
            </a: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Dr. Y Prasanthi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307227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K.Mohith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no:2520030520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A.Yoshik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no:2520030574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NUMBER:19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7404435"/>
              </p:ext>
            </p:extLst>
          </p:nvPr>
        </p:nvGraphicFramePr>
        <p:xfrm>
          <a:off x="838199" y="1416193"/>
          <a:ext cx="10515600" cy="356764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 err="1"/>
                        <a:t>K.Mohith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 &amp; User Management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 err="1"/>
                        <a:t>A.Yoshik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Subscription, Billing &amp; Deployment</a:t>
                      </a:r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2168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dirty="0"/>
              <a:t>The </a:t>
            </a:r>
            <a:r>
              <a:rPr lang="en-IN" b="1" dirty="0"/>
              <a:t>Subscription &amp; Billing SaaS for Sports &amp; Athletics</a:t>
            </a:r>
            <a:r>
              <a:rPr lang="en-IN" dirty="0"/>
              <a:t> is a database-driven platform designed to manage sports memberships, subscription plans, billing and payments.</a:t>
            </a:r>
          </a:p>
          <a:p>
            <a:pPr lvl="0"/>
            <a:r>
              <a:rPr lang="en-IN" dirty="0"/>
              <a:t>The system provides a centralized platform for managing athletes, sports programs and subscription plans.</a:t>
            </a:r>
          </a:p>
          <a:p>
            <a:pPr lvl="0"/>
            <a:r>
              <a:rPr lang="en-IN" dirty="0"/>
              <a:t>It automates subscription creation, renewal, cancellation, billing and invoice management.</a:t>
            </a:r>
          </a:p>
          <a:p>
            <a:pPr lvl="0"/>
            <a:r>
              <a:rPr lang="en-IN" dirty="0"/>
              <a:t>A relational database is used to maintain structured and consistent data.</a:t>
            </a:r>
          </a:p>
          <a:p>
            <a:pPr lvl="0"/>
            <a:r>
              <a:rPr lang="en-IN" dirty="0"/>
              <a:t>REST APIs provide communication between the frontend and backend services.</a:t>
            </a:r>
          </a:p>
          <a:p>
            <a:pPr lvl="0"/>
            <a:r>
              <a:rPr lang="en-IN" dirty="0"/>
              <a:t>The system can be extended into a microservices-based architecture for scalability and easier maintenance.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Sports academies, gyms and athletic organizations manage multiple athletes and subscription plans.</a:t>
            </a:r>
          </a:p>
          <a:p>
            <a:pPr lvl="0"/>
            <a:r>
              <a:rPr lang="en-IN" dirty="0"/>
              <a:t>Manual management of memberships and billing can be time-consuming and error-prone.</a:t>
            </a:r>
          </a:p>
          <a:p>
            <a:pPr lvl="0"/>
            <a:r>
              <a:rPr lang="en-IN" dirty="0"/>
              <a:t>The proposed SaaS platform provides a centralized solution for managing subscriptions and payments.</a:t>
            </a:r>
          </a:p>
          <a:p>
            <a:pPr lvl="0"/>
            <a:r>
              <a:rPr lang="en-IN" dirty="0"/>
              <a:t>Administrators can manage users, sports, plans, subscriptions and billing records.</a:t>
            </a:r>
          </a:p>
          <a:p>
            <a:pPr lvl="0"/>
            <a:r>
              <a:rPr lang="en-IN" dirty="0"/>
              <a:t>Users can view their plans, subscription status and payment information.</a:t>
            </a:r>
          </a:p>
          <a:p>
            <a:pPr lvl="0"/>
            <a:r>
              <a:rPr lang="en-IN" dirty="0"/>
              <a:t>The project applies </a:t>
            </a:r>
            <a:r>
              <a:rPr lang="en-IN" b="1" dirty="0"/>
              <a:t>database engineering, backend API development, microservices and deployment concepts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IN" dirty="0"/>
              <a:t>Many sports organizations use manual or spreadsheet-based subscription management.</a:t>
            </a:r>
          </a:p>
          <a:p>
            <a:pPr lvl="0"/>
            <a:r>
              <a:rPr lang="en-IN" dirty="0"/>
              <a:t>Billing and payment records may be maintained separately.</a:t>
            </a:r>
          </a:p>
          <a:p>
            <a:pPr lvl="0"/>
            <a:r>
              <a:rPr lang="en-IN" dirty="0"/>
              <a:t>Subscription renewal tracking is often performed manually.</a:t>
            </a:r>
          </a:p>
          <a:p>
            <a:pPr lvl="0"/>
            <a:r>
              <a:rPr lang="en-IN" dirty="0"/>
              <a:t>Difficult to maintain accurate records when the number of users increases.</a:t>
            </a:r>
          </a:p>
          <a:p>
            <a:pPr lvl="0"/>
            <a:r>
              <a:rPr lang="en-IN" dirty="0"/>
              <a:t>Generating invoices and reports requires additional manual work.</a:t>
            </a:r>
          </a:p>
          <a:p>
            <a:pPr lvl="0"/>
            <a:r>
              <a:rPr lang="en-IN" dirty="0"/>
              <a:t>Limited integration between subscription, billing and user-management systems.</a:t>
            </a:r>
          </a:p>
          <a:p>
            <a:pPr lvl="0"/>
            <a:r>
              <a:rPr lang="en-IN" dirty="0"/>
              <a:t>These limitations create a need for an automated centralized platform.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How to efficiently manage a large number of sports subscriptions?</a:t>
            </a:r>
          </a:p>
          <a:p>
            <a:pPr lvl="0"/>
            <a:r>
              <a:rPr lang="en-IN" dirty="0"/>
              <a:t>How to track active, expired and cancelled memberships?</a:t>
            </a:r>
          </a:p>
          <a:p>
            <a:pPr lvl="0"/>
            <a:r>
              <a:rPr lang="en-IN" dirty="0"/>
              <a:t>How to automate billing and invoice generation?</a:t>
            </a:r>
          </a:p>
          <a:p>
            <a:pPr lvl="0"/>
            <a:r>
              <a:rPr lang="en-IN" dirty="0"/>
              <a:t>How to maintain accurate payment records?</a:t>
            </a:r>
          </a:p>
          <a:p>
            <a:pPr lvl="0"/>
            <a:r>
              <a:rPr lang="en-IN" dirty="0"/>
              <a:t>How to reduce errors in manual subscription management?</a:t>
            </a:r>
          </a:p>
          <a:p>
            <a:pPr lvl="0"/>
            <a:r>
              <a:rPr lang="en-IN" dirty="0"/>
              <a:t>How to design the system so that it can support future scalability?</a:t>
            </a:r>
          </a:p>
          <a:p>
            <a:pPr lvl="0"/>
            <a:r>
              <a:rPr lang="en-IN" dirty="0"/>
              <a:t>How to securely manage user and billing information?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Develop a centralized </a:t>
            </a:r>
            <a:r>
              <a:rPr lang="en-IN" b="1" dirty="0"/>
              <a:t>Subscription &amp; Billing SaaS</a:t>
            </a:r>
            <a:r>
              <a:rPr lang="en-IN" dirty="0"/>
              <a:t> for sports and athletics organizations.</a:t>
            </a:r>
          </a:p>
          <a:p>
            <a:pPr lvl="0"/>
            <a:r>
              <a:rPr lang="en-IN" dirty="0"/>
              <a:t>Store user, sports, plans, subscriptions, payments and invoice information in a relational database.</a:t>
            </a:r>
          </a:p>
          <a:p>
            <a:pPr lvl="0"/>
            <a:r>
              <a:rPr lang="en-IN" dirty="0"/>
              <a:t>Provide REST APIs for subscription and billing operations.</a:t>
            </a:r>
          </a:p>
          <a:p>
            <a:pPr lvl="0"/>
            <a:r>
              <a:rPr lang="en-IN" dirty="0"/>
              <a:t>Automate subscription status and renewal management.</a:t>
            </a:r>
          </a:p>
          <a:p>
            <a:pPr lvl="0"/>
            <a:r>
              <a:rPr lang="en-IN" dirty="0"/>
              <a:t>Maintain complete payment and invoice records.</a:t>
            </a:r>
          </a:p>
          <a:p>
            <a:pPr lvl="0"/>
            <a:r>
              <a:rPr lang="en-IN" dirty="0"/>
              <a:t>Implement authentication and authorization for secure access.</a:t>
            </a:r>
          </a:p>
          <a:p>
            <a:pPr lvl="0"/>
            <a:r>
              <a:rPr lang="en-IN" dirty="0"/>
              <a:t>Design independent services for users, subscriptions, billing and payments.</a:t>
            </a:r>
          </a:p>
          <a:p>
            <a:pPr lvl="0"/>
            <a:r>
              <a:rPr lang="en-IN" dirty="0"/>
              <a:t>Use Docker for containerization and deployment.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/>
              <a:t>To design a reliable database for sports subscription and billing management.</a:t>
            </a:r>
          </a:p>
          <a:p>
            <a:pPr lvl="0"/>
            <a:r>
              <a:rPr lang="en-IN" dirty="0"/>
              <a:t>To manage athletes, users and sports programs efficiently.</a:t>
            </a:r>
          </a:p>
          <a:p>
            <a:pPr lvl="0"/>
            <a:r>
              <a:rPr lang="en-IN" dirty="0"/>
              <a:t>To create and manage different subscription plans.</a:t>
            </a:r>
          </a:p>
          <a:p>
            <a:pPr lvl="0"/>
            <a:r>
              <a:rPr lang="en-IN" dirty="0"/>
              <a:t>To automate subscription creation, renewal and cancellation.</a:t>
            </a:r>
          </a:p>
          <a:p>
            <a:pPr lvl="0"/>
            <a:r>
              <a:rPr lang="en-IN" dirty="0"/>
              <a:t>To maintain payment and invoice records.</a:t>
            </a:r>
          </a:p>
          <a:p>
            <a:pPr lvl="0"/>
            <a:r>
              <a:rPr lang="en-IN" dirty="0"/>
              <a:t>To develop secure REST APIs for system operations.</a:t>
            </a:r>
          </a:p>
          <a:p>
            <a:pPr lvl="0"/>
            <a:r>
              <a:rPr lang="en-IN" dirty="0"/>
              <a:t>To apply microservices architecture for scalability.</a:t>
            </a:r>
          </a:p>
          <a:p>
            <a:pPr lvl="0"/>
            <a:r>
              <a:rPr lang="en-IN" dirty="0"/>
              <a:t>To implement containerized deployment using Docker.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1. User Management</a:t>
            </a:r>
            <a:endParaRPr lang="en-IN" dirty="0"/>
          </a:p>
          <a:p>
            <a:pPr lvl="0"/>
            <a:r>
              <a:rPr lang="en-IN" dirty="0"/>
              <a:t>Registration and login</a:t>
            </a:r>
          </a:p>
          <a:p>
            <a:pPr lvl="0"/>
            <a:r>
              <a:rPr lang="en-IN" dirty="0"/>
              <a:t>User and athlete profile management</a:t>
            </a:r>
          </a:p>
          <a:p>
            <a:r>
              <a:rPr lang="en-IN" b="1" dirty="0"/>
              <a:t>2. Sports Management</a:t>
            </a:r>
            <a:endParaRPr lang="en-IN" dirty="0"/>
          </a:p>
          <a:p>
            <a:pPr lvl="0"/>
            <a:r>
              <a:rPr lang="en-IN" dirty="0"/>
              <a:t>Add and manage sports</a:t>
            </a:r>
          </a:p>
          <a:p>
            <a:pPr lvl="0"/>
            <a:r>
              <a:rPr lang="en-IN" dirty="0"/>
              <a:t>Manage sports programs</a:t>
            </a:r>
          </a:p>
          <a:p>
            <a:r>
              <a:rPr lang="en-IN" b="1" dirty="0"/>
              <a:t>3. Subscription Plan Management</a:t>
            </a:r>
            <a:endParaRPr lang="en-IN" dirty="0"/>
          </a:p>
          <a:p>
            <a:pPr lvl="0"/>
            <a:r>
              <a:rPr lang="en-IN" dirty="0"/>
              <a:t>Create membership plans</a:t>
            </a:r>
          </a:p>
          <a:p>
            <a:pPr lvl="0"/>
            <a:r>
              <a:rPr lang="en-IN" dirty="0"/>
              <a:t>Define price and duration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48105-D323-0282-4AB4-239CB48C7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A110D-8DE1-25B8-BD04-989567C36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4. Subscription Management</a:t>
            </a:r>
            <a:endParaRPr lang="en-IN" dirty="0"/>
          </a:p>
          <a:p>
            <a:pPr lvl="0"/>
            <a:r>
              <a:rPr lang="en-IN" dirty="0"/>
              <a:t>Subscribe to plans</a:t>
            </a:r>
          </a:p>
          <a:p>
            <a:pPr lvl="0"/>
            <a:r>
              <a:rPr lang="en-IN" dirty="0"/>
              <a:t>Track active, expired and cancelled subscriptions</a:t>
            </a:r>
          </a:p>
          <a:p>
            <a:r>
              <a:rPr lang="en-IN" b="1" dirty="0"/>
              <a:t>5. Billing &amp; Payment</a:t>
            </a:r>
            <a:endParaRPr lang="en-IN" dirty="0"/>
          </a:p>
          <a:p>
            <a:pPr lvl="0"/>
            <a:r>
              <a:rPr lang="en-IN" dirty="0"/>
              <a:t>Generate bills and invoices</a:t>
            </a:r>
          </a:p>
          <a:p>
            <a:pPr lvl="0"/>
            <a:r>
              <a:rPr lang="en-IN" dirty="0"/>
              <a:t>Record payment transactions</a:t>
            </a:r>
          </a:p>
          <a:p>
            <a:r>
              <a:rPr lang="en-IN" b="1" dirty="0"/>
              <a:t>6. Admin Module</a:t>
            </a:r>
            <a:endParaRPr lang="en-IN" dirty="0"/>
          </a:p>
          <a:p>
            <a:pPr lvl="0"/>
            <a:r>
              <a:rPr lang="en-IN" dirty="0"/>
              <a:t>Manage users and plans</a:t>
            </a:r>
          </a:p>
          <a:p>
            <a:pPr lvl="0"/>
            <a:r>
              <a:rPr lang="en-IN" dirty="0"/>
              <a:t>Monitor subscriptions and payments</a:t>
            </a:r>
          </a:p>
          <a:p>
            <a:pPr lvl="0"/>
            <a:r>
              <a:rPr lang="en-IN" dirty="0"/>
              <a:t>Generate reports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3BD5E-2385-5C72-9B51-7FB535EF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18/08/26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712C5-1CE2-009D-553B-4343384AC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CD705-620A-F2E2-ED60-07B1B56B2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10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Programming Language</a:t>
            </a:r>
            <a:endParaRPr lang="en-IN" dirty="0"/>
          </a:p>
          <a:p>
            <a:pPr lvl="0"/>
            <a:r>
              <a:rPr lang="en-IN" dirty="0"/>
              <a:t>Java</a:t>
            </a:r>
          </a:p>
          <a:p>
            <a:r>
              <a:rPr lang="en-IN" b="1" dirty="0"/>
              <a:t>Backend Framework</a:t>
            </a:r>
            <a:endParaRPr lang="en-IN" dirty="0"/>
          </a:p>
          <a:p>
            <a:pPr lvl="0"/>
            <a:r>
              <a:rPr lang="en-IN" dirty="0"/>
              <a:t>Spring Boot</a:t>
            </a:r>
          </a:p>
          <a:p>
            <a:r>
              <a:rPr lang="en-IN" b="1" dirty="0"/>
              <a:t>Database</a:t>
            </a:r>
            <a:endParaRPr lang="en-IN" dirty="0"/>
          </a:p>
          <a:p>
            <a:pPr lvl="0"/>
            <a:r>
              <a:rPr lang="en-IN" dirty="0"/>
              <a:t>MySQL</a:t>
            </a:r>
          </a:p>
          <a:p>
            <a:r>
              <a:rPr lang="en-IN" b="1" dirty="0"/>
              <a:t>Database Connectivity</a:t>
            </a:r>
            <a:endParaRPr lang="en-IN" dirty="0"/>
          </a:p>
          <a:p>
            <a:pPr lvl="0"/>
            <a:r>
              <a:rPr lang="en-IN" dirty="0"/>
              <a:t>Spring Data JPA</a:t>
            </a:r>
          </a:p>
          <a:p>
            <a:pPr lvl="0"/>
            <a:r>
              <a:rPr lang="en-IN" dirty="0"/>
              <a:t>Hibernate</a:t>
            </a:r>
          </a:p>
          <a:p>
            <a:pPr lvl="0"/>
            <a:r>
              <a:rPr lang="en-IN" dirty="0"/>
              <a:t>JDBC</a:t>
            </a:r>
          </a:p>
          <a:p>
            <a:r>
              <a:rPr lang="en-IN" b="1" dirty="0"/>
              <a:t>API Development</a:t>
            </a:r>
            <a:endParaRPr lang="en-IN" dirty="0"/>
          </a:p>
          <a:p>
            <a:pPr lvl="0"/>
            <a:r>
              <a:rPr lang="en-IN" dirty="0"/>
              <a:t>REST API</a:t>
            </a:r>
          </a:p>
          <a:p>
            <a:pPr lvl="0"/>
            <a:r>
              <a:rPr lang="en-IN" dirty="0"/>
              <a:t>Spring Web</a:t>
            </a:r>
          </a:p>
          <a:p>
            <a:pPr lvl="0"/>
            <a:r>
              <a:rPr lang="en-IN" dirty="0"/>
              <a:t>Postman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E4DAF2-A966-C152-4114-E46A65EE4243}"/>
              </a:ext>
            </a:extLst>
          </p:cNvPr>
          <p:cNvSpPr txBox="1"/>
          <p:nvPr/>
        </p:nvSpPr>
        <p:spPr>
          <a:xfrm>
            <a:off x="870619" y="1736500"/>
            <a:ext cx="962507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CONCLUSION</a:t>
            </a:r>
            <a:endParaRPr lang="en-IN" dirty="0"/>
          </a:p>
          <a:p>
            <a:pPr lvl="0"/>
            <a:r>
              <a:rPr lang="en-IN" dirty="0"/>
              <a:t>The proposed system provides a centralized solution for sports subscription and billing management.</a:t>
            </a:r>
          </a:p>
          <a:p>
            <a:pPr lvl="0"/>
            <a:r>
              <a:rPr lang="en-IN" dirty="0"/>
              <a:t>It reduces manual work and improves the accuracy of subscription and payment records.</a:t>
            </a:r>
          </a:p>
          <a:p>
            <a:pPr lvl="0"/>
            <a:r>
              <a:rPr lang="en-IN" dirty="0"/>
              <a:t>Database engineering concepts help maintain structured and consistent data.</a:t>
            </a:r>
          </a:p>
          <a:p>
            <a:pPr lvl="0"/>
            <a:r>
              <a:rPr lang="en-IN" dirty="0"/>
              <a:t>REST APIs provide efficient communication between application components.</a:t>
            </a:r>
          </a:p>
          <a:p>
            <a:pPr lvl="0"/>
            <a:r>
              <a:rPr lang="en-IN" dirty="0"/>
              <a:t>The architecture can be extended to support microservices and scalable deployment.</a:t>
            </a:r>
          </a:p>
          <a:p>
            <a:r>
              <a:rPr lang="en-IN" b="1" dirty="0"/>
              <a:t>FUTURE SCOPE</a:t>
            </a:r>
            <a:endParaRPr lang="en-IN" dirty="0"/>
          </a:p>
          <a:p>
            <a:pPr lvl="0"/>
            <a:r>
              <a:rPr lang="en-IN" dirty="0"/>
              <a:t>Online payment gateway integration</a:t>
            </a:r>
          </a:p>
          <a:p>
            <a:pPr lvl="0"/>
            <a:r>
              <a:rPr lang="en-IN" dirty="0"/>
              <a:t>Automatic renewal notifications</a:t>
            </a:r>
          </a:p>
          <a:p>
            <a:pPr lvl="0"/>
            <a:r>
              <a:rPr lang="en-IN" dirty="0"/>
              <a:t>Mobile application</a:t>
            </a:r>
          </a:p>
          <a:p>
            <a:pPr lvl="0"/>
            <a:r>
              <a:rPr lang="en-IN" dirty="0"/>
              <a:t>Advanced billing and analytics dashboard</a:t>
            </a:r>
          </a:p>
          <a:p>
            <a:pPr lvl="0"/>
            <a:r>
              <a:rPr lang="en-IN" dirty="0"/>
              <a:t>Kubernetes-based deployment</a:t>
            </a:r>
          </a:p>
          <a:p>
            <a:pPr lvl="0"/>
            <a:r>
              <a:rPr lang="en-IN" dirty="0"/>
              <a:t>Automated CI/CD pipeline</a:t>
            </a:r>
          </a:p>
          <a:p>
            <a:pPr lvl="0"/>
            <a:r>
              <a:rPr lang="en-IN" dirty="0"/>
              <a:t>Integration with sports performance and attendance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8793-E103-AB45-8004-22026763E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1D54B-0FD3-9472-F26B-1721165AC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dirty="0"/>
              <a:t>Swagger / </a:t>
            </a:r>
            <a:r>
              <a:rPr lang="en-IN" dirty="0" err="1"/>
              <a:t>OpenAPI</a:t>
            </a:r>
            <a:endParaRPr lang="en-IN" dirty="0"/>
          </a:p>
          <a:p>
            <a:r>
              <a:rPr lang="en-IN" b="1" dirty="0"/>
              <a:t>Development Tools</a:t>
            </a:r>
            <a:endParaRPr lang="en-IN" dirty="0"/>
          </a:p>
          <a:p>
            <a:pPr lvl="0"/>
            <a:r>
              <a:rPr lang="en-IN" dirty="0"/>
              <a:t>IntelliJ IDEA / Eclipse</a:t>
            </a:r>
          </a:p>
          <a:p>
            <a:pPr lvl="0"/>
            <a:r>
              <a:rPr lang="en-IN" dirty="0"/>
              <a:t>MySQL Workbench</a:t>
            </a:r>
          </a:p>
          <a:p>
            <a:pPr lvl="0"/>
            <a:r>
              <a:rPr lang="en-IN" dirty="0"/>
              <a:t>Git &amp; GitHub</a:t>
            </a:r>
          </a:p>
          <a:p>
            <a:r>
              <a:rPr lang="en-IN" b="1" dirty="0"/>
              <a:t>Build Tool</a:t>
            </a:r>
            <a:endParaRPr lang="en-IN" dirty="0"/>
          </a:p>
          <a:p>
            <a:pPr lvl="0"/>
            <a:r>
              <a:rPr lang="en-IN" dirty="0"/>
              <a:t>Maven</a:t>
            </a:r>
          </a:p>
          <a:p>
            <a:r>
              <a:rPr lang="en-IN" b="1" dirty="0"/>
              <a:t>Deployment</a:t>
            </a:r>
            <a:endParaRPr lang="en-IN" dirty="0"/>
          </a:p>
          <a:p>
            <a:pPr lvl="0"/>
            <a:r>
              <a:rPr lang="en-IN" dirty="0"/>
              <a:t>Docker</a:t>
            </a:r>
          </a:p>
          <a:p>
            <a:pPr lvl="0"/>
            <a:r>
              <a:rPr lang="en-IN" dirty="0"/>
              <a:t>Docker Compose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24CE2-5DFE-1A5C-179F-B4CE8E73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18/08/26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B2FB4-CC48-4B62-3638-6BE42DB1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8769F-AA25-4D29-8770-6DDE9780C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37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8289</TotalTime>
  <Words>801</Words>
  <Application>Microsoft Macintosh PowerPoint</Application>
  <PresentationFormat>Widescreen</PresentationFormat>
  <Paragraphs>171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Custom Design</vt:lpstr>
      <vt:lpstr> 1st  REVIEW Subscription &amp; Billing SaaS for Sports &amp; Athletics  </vt:lpstr>
      <vt:lpstr>GROUP NUMBER:19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PowerPoint Presentation</vt:lpstr>
      <vt:lpstr>SOFTWARE REQUIREMENTS </vt:lpstr>
      <vt:lpstr>CONCLUSION AND FUTURE SCOPE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mohith kota</cp:lastModifiedBy>
  <cp:revision>96</cp:revision>
  <dcterms:created xsi:type="dcterms:W3CDTF">2022-05-20T10:20:31Z</dcterms:created>
  <dcterms:modified xsi:type="dcterms:W3CDTF">2026-08-18T03:44:45Z</dcterms:modified>
</cp:coreProperties>
</file>